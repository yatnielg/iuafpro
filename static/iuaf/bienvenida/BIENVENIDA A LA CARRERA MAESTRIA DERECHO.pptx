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6"/>
    <p:restoredTop sz="94644"/>
  </p:normalViewPr>
  <p:slideViewPr>
    <p:cSldViewPr snapToGrid="0" snapToObjects="1">
      <p:cViewPr varScale="1">
        <p:scale>
          <a:sx n="101" d="100"/>
          <a:sy n="101" d="100"/>
        </p:scale>
        <p:origin x="13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tniel González Hernández" userId="cf4951bb7c2f2bec" providerId="LiveId" clId="{C58A60EE-B733-4E2D-A756-F6A04AB29CC3}"/>
    <pc:docChg chg="modSld">
      <pc:chgData name="Yatniel González Hernández" userId="cf4951bb7c2f2bec" providerId="LiveId" clId="{C58A60EE-B733-4E2D-A756-F6A04AB29CC3}" dt="2025-11-13T20:39:23.208" v="3" actId="20577"/>
      <pc:docMkLst>
        <pc:docMk/>
      </pc:docMkLst>
      <pc:sldChg chg="modSp mod">
        <pc:chgData name="Yatniel González Hernández" userId="cf4951bb7c2f2bec" providerId="LiveId" clId="{C58A60EE-B733-4E2D-A756-F6A04AB29CC3}" dt="2025-11-13T20:39:23.208" v="3" actId="20577"/>
        <pc:sldMkLst>
          <pc:docMk/>
          <pc:sldMk cId="866900560" sldId="256"/>
        </pc:sldMkLst>
        <pc:spChg chg="mod">
          <ac:chgData name="Yatniel González Hernández" userId="cf4951bb7c2f2bec" providerId="LiveId" clId="{C58A60EE-B733-4E2D-A756-F6A04AB29CC3}" dt="2025-11-13T20:39:23.208" v="3" actId="20577"/>
          <ac:spMkLst>
            <pc:docMk/>
            <pc:sldMk cId="866900560" sldId="256"/>
            <ac:spMk id="1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60E-0A44-9E4F-9618-A538F44C2B70}" type="datetimeFigureOut">
              <a:rPr lang="es-ES_tradnl" smtClean="0"/>
              <a:t>13/11/2025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4AA38-7BE4-414A-9718-18802017747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3031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60E-0A44-9E4F-9618-A538F44C2B70}" type="datetimeFigureOut">
              <a:rPr lang="es-ES_tradnl" smtClean="0"/>
              <a:t>13/11/2025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4AA38-7BE4-414A-9718-18802017747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08536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60E-0A44-9E4F-9618-A538F44C2B70}" type="datetimeFigureOut">
              <a:rPr lang="es-ES_tradnl" smtClean="0"/>
              <a:t>13/11/2025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4AA38-7BE4-414A-9718-18802017747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6791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60E-0A44-9E4F-9618-A538F44C2B70}" type="datetimeFigureOut">
              <a:rPr lang="es-ES_tradnl" smtClean="0"/>
              <a:t>13/11/2025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4AA38-7BE4-414A-9718-18802017747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17674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60E-0A44-9E4F-9618-A538F44C2B70}" type="datetimeFigureOut">
              <a:rPr lang="es-ES_tradnl" smtClean="0"/>
              <a:t>13/11/2025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4AA38-7BE4-414A-9718-18802017747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86432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60E-0A44-9E4F-9618-A538F44C2B70}" type="datetimeFigureOut">
              <a:rPr lang="es-ES_tradnl" smtClean="0"/>
              <a:t>13/11/2025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4AA38-7BE4-414A-9718-18802017747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70669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60E-0A44-9E4F-9618-A538F44C2B70}" type="datetimeFigureOut">
              <a:rPr lang="es-ES_tradnl" smtClean="0"/>
              <a:t>13/11/2025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4AA38-7BE4-414A-9718-18802017747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2671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60E-0A44-9E4F-9618-A538F44C2B70}" type="datetimeFigureOut">
              <a:rPr lang="es-ES_tradnl" smtClean="0"/>
              <a:t>13/11/2025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4AA38-7BE4-414A-9718-18802017747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72189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Clic para editar título</a:t>
            </a:r>
            <a:endParaRPr lang="es-ES_tradnl"/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60E-0A44-9E4F-9618-A538F44C2B70}" type="datetimeFigureOut">
              <a:rPr lang="es-ES_tradnl" smtClean="0"/>
              <a:t>13/11/2025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4AA38-7BE4-414A-9718-18802017747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28230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60E-0A44-9E4F-9618-A538F44C2B70}" type="datetimeFigureOut">
              <a:rPr lang="es-ES_tradnl" smtClean="0"/>
              <a:t>13/11/2025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4AA38-7BE4-414A-9718-18802017747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70570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60E-0A44-9E4F-9618-A538F44C2B70}" type="datetimeFigureOut">
              <a:rPr lang="es-ES_tradnl" smtClean="0"/>
              <a:t>13/11/2025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4AA38-7BE4-414A-9718-18802017747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56230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9060E-0A44-9E4F-9618-A538F44C2B70}" type="datetimeFigureOut">
              <a:rPr lang="es-ES_tradnl" smtClean="0"/>
              <a:t>13/11/2025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4AA38-7BE4-414A-9718-18802017747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3960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15" y="1473199"/>
            <a:ext cx="8474985" cy="4767179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324104" y="3541628"/>
            <a:ext cx="651032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/>
              <a:t>El Instituto Universitario de Alta Formación le felicita por el inicio de su</a:t>
            </a:r>
          </a:p>
          <a:p>
            <a:r>
              <a:rPr lang="es-ES_tradnl" sz="1400" dirty="0"/>
              <a:t>Programa para  el periodo comprendido entre 2025-2026</a:t>
            </a:r>
          </a:p>
          <a:p>
            <a:endParaRPr lang="es-ES_tradnl" sz="1400" dirty="0"/>
          </a:p>
          <a:p>
            <a:endParaRPr lang="es-ES_tradnl" sz="1100" dirty="0"/>
          </a:p>
        </p:txBody>
      </p:sp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1AC961DF-0710-0F92-E7C5-613BD1D30A1A}"/>
              </a:ext>
            </a:extLst>
          </p:cNvPr>
          <p:cNvSpPr/>
          <p:nvPr/>
        </p:nvSpPr>
        <p:spPr>
          <a:xfrm flipH="1">
            <a:off x="7621500" y="4635499"/>
            <a:ext cx="398550" cy="2413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69005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20</Words>
  <Application>Microsoft Office PowerPoint</Application>
  <PresentationFormat>Panorámica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Yatniel González Hernández</cp:lastModifiedBy>
  <cp:revision>11</cp:revision>
  <dcterms:created xsi:type="dcterms:W3CDTF">2022-10-29T19:03:59Z</dcterms:created>
  <dcterms:modified xsi:type="dcterms:W3CDTF">2025-11-13T20:39:33Z</dcterms:modified>
</cp:coreProperties>
</file>